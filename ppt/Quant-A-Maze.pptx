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" charset="1" panose="02020603050405020304"/>
      <p:regular r:id="rId14"/>
    </p:embeddedFont>
    <p:embeddedFont>
      <p:font typeface="Times New Roman Bold" charset="1" panose="02020803070505020304"/>
      <p:regular r:id="rId15"/>
    </p:embeddedFont>
    <p:embeddedFont>
      <p:font typeface="Canva Sans" charset="1" panose="020B0503030501040103"/>
      <p:regular r:id="rId16"/>
    </p:embeddedFont>
    <p:embeddedFont>
      <p:font typeface="Canva Sans Italics" charset="1" panose="020B0503030501040103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jpeg" Type="http://schemas.openxmlformats.org/officeDocument/2006/relationships/image"/><Relationship Id="rId8" Target="../media/image4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51367"/>
            <a:ext cx="12897137" cy="2901856"/>
          </a:xfrm>
          <a:custGeom>
            <a:avLst/>
            <a:gdLst/>
            <a:ahLst/>
            <a:cxnLst/>
            <a:rect r="r" b="b" t="t" l="l"/>
            <a:pathLst>
              <a:path h="2901856" w="12897137">
                <a:moveTo>
                  <a:pt x="0" y="0"/>
                </a:moveTo>
                <a:lnTo>
                  <a:pt x="12897137" y="0"/>
                </a:lnTo>
                <a:lnTo>
                  <a:pt x="12897137" y="2901856"/>
                </a:lnTo>
                <a:lnTo>
                  <a:pt x="0" y="290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88825" y="86697"/>
            <a:ext cx="2423739" cy="924096"/>
            <a:chOff x="0" y="0"/>
            <a:chExt cx="2307438" cy="8797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6294" r="1" b="-8599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lg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9" id="9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lg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lg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3" id="13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lgDash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52268" y="6512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988" t="-27243" r="-4375" b="-52819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2897137" y="7807372"/>
            <a:ext cx="12897137" cy="2901856"/>
          </a:xfrm>
          <a:custGeom>
            <a:avLst/>
            <a:gdLst/>
            <a:ahLst/>
            <a:cxnLst/>
            <a:rect r="r" b="b" t="t" l="l"/>
            <a:pathLst>
              <a:path h="2901856" w="12897137">
                <a:moveTo>
                  <a:pt x="0" y="0"/>
                </a:moveTo>
                <a:lnTo>
                  <a:pt x="12897136" y="0"/>
                </a:lnTo>
                <a:lnTo>
                  <a:pt x="12897136" y="2901856"/>
                </a:lnTo>
                <a:lnTo>
                  <a:pt x="0" y="290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062" t="-153011" r="-9149" b="-15481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67373" y="3069650"/>
            <a:ext cx="15753255" cy="344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2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Welcome Participants </a:t>
            </a:r>
          </a:p>
          <a:p>
            <a:pPr algn="l" marL="685800" indent="-2286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official template for Phase-1 round of Quant-A-Maze 3.O – 36 hours National Level Hackathon.</a:t>
            </a:r>
          </a:p>
          <a:p>
            <a:pPr algn="l" marL="685800" indent="-2286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make a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copy of this template,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 it with your content and rename the file as: </a:t>
            </a:r>
          </a:p>
          <a:p>
            <a:pPr algn="l" marL="1225551" indent="-306388" lvl="3">
              <a:lnSpc>
                <a:spcPts val="420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&lt;Team Name_Lead Name&gt;. </a:t>
            </a:r>
          </a:p>
          <a:p>
            <a:pPr algn="l" marL="685800" indent="-2286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Upon completion please remove both the reference slides,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export as pdf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upload on unstop.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29672" y="6774037"/>
            <a:ext cx="2534193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the best...!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51763" y="1947139"/>
            <a:ext cx="6384473" cy="73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Quant-A-Maze 3.O </a:t>
            </a:r>
            <a:r>
              <a:rPr lang="en-US" sz="41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Format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8100" y="8863984"/>
            <a:ext cx="8107194" cy="39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See next slide for a quick guide to create copy of this template.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1698" y="749437"/>
            <a:ext cx="8662292" cy="3093682"/>
            <a:chOff x="0" y="0"/>
            <a:chExt cx="11549723" cy="4124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49761" cy="4124960"/>
            </a:xfrm>
            <a:custGeom>
              <a:avLst/>
              <a:gdLst/>
              <a:ahLst/>
              <a:cxnLst/>
              <a:rect r="r" b="b" t="t" l="l"/>
              <a:pathLst>
                <a:path h="4124960" w="11549761">
                  <a:moveTo>
                    <a:pt x="0" y="0"/>
                  </a:moveTo>
                  <a:lnTo>
                    <a:pt x="11549761" y="0"/>
                  </a:lnTo>
                  <a:lnTo>
                    <a:pt x="11549761" y="4124960"/>
                  </a:lnTo>
                  <a:lnTo>
                    <a:pt x="0" y="412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959464" y="1027767"/>
            <a:ext cx="2231908" cy="829361"/>
          </a:xfrm>
          <a:custGeom>
            <a:avLst/>
            <a:gdLst/>
            <a:ahLst/>
            <a:cxnLst/>
            <a:rect r="r" b="b" t="t" l="l"/>
            <a:pathLst>
              <a:path h="829361" w="2231908">
                <a:moveTo>
                  <a:pt x="0" y="0"/>
                </a:moveTo>
                <a:lnTo>
                  <a:pt x="2231907" y="0"/>
                </a:lnTo>
                <a:lnTo>
                  <a:pt x="2231907" y="829360"/>
                </a:lnTo>
                <a:lnTo>
                  <a:pt x="0" y="82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7556340">
            <a:off x="2828239" y="2194027"/>
            <a:ext cx="1714224" cy="467516"/>
            <a:chOff x="0" y="0"/>
            <a:chExt cx="2285632" cy="6233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5619" cy="623316"/>
            </a:xfrm>
            <a:custGeom>
              <a:avLst/>
              <a:gdLst/>
              <a:ahLst/>
              <a:cxnLst/>
              <a:rect r="r" b="b" t="t" l="l"/>
              <a:pathLst>
                <a:path h="623316" w="2285619">
                  <a:moveTo>
                    <a:pt x="0" y="0"/>
                  </a:moveTo>
                  <a:lnTo>
                    <a:pt x="2285619" y="0"/>
                  </a:lnTo>
                  <a:lnTo>
                    <a:pt x="2285619" y="623316"/>
                  </a:lnTo>
                  <a:lnTo>
                    <a:pt x="0" y="623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302022" y="1028700"/>
            <a:ext cx="5639095" cy="7680408"/>
            <a:chOff x="0" y="0"/>
            <a:chExt cx="7518794" cy="102405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18781" cy="10240518"/>
            </a:xfrm>
            <a:custGeom>
              <a:avLst/>
              <a:gdLst/>
              <a:ahLst/>
              <a:cxnLst/>
              <a:rect r="r" b="b" t="t" l="l"/>
              <a:pathLst>
                <a:path h="10240518" w="7518781">
                  <a:moveTo>
                    <a:pt x="0" y="0"/>
                  </a:moveTo>
                  <a:lnTo>
                    <a:pt x="7518781" y="0"/>
                  </a:lnTo>
                  <a:lnTo>
                    <a:pt x="7518781" y="10240518"/>
                  </a:lnTo>
                  <a:lnTo>
                    <a:pt x="0" y="10240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718" r="0" b="-4718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302022" y="7470660"/>
            <a:ext cx="2580227" cy="958796"/>
          </a:xfrm>
          <a:custGeom>
            <a:avLst/>
            <a:gdLst/>
            <a:ahLst/>
            <a:cxnLst/>
            <a:rect r="r" b="b" t="t" l="l"/>
            <a:pathLst>
              <a:path h="958796" w="2580227">
                <a:moveTo>
                  <a:pt x="0" y="0"/>
                </a:moveTo>
                <a:lnTo>
                  <a:pt x="2580227" y="0"/>
                </a:lnTo>
                <a:lnTo>
                  <a:pt x="2580227" y="958796"/>
                </a:lnTo>
                <a:lnTo>
                  <a:pt x="0" y="958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10289100">
            <a:off x="13704162" y="7578496"/>
            <a:ext cx="1486748" cy="405479"/>
            <a:chOff x="0" y="0"/>
            <a:chExt cx="1982330" cy="5406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2343" cy="540639"/>
            </a:xfrm>
            <a:custGeom>
              <a:avLst/>
              <a:gdLst/>
              <a:ahLst/>
              <a:cxnLst/>
              <a:rect r="r" b="b" t="t" l="l"/>
              <a:pathLst>
                <a:path h="540639" w="1982343">
                  <a:moveTo>
                    <a:pt x="0" y="0"/>
                  </a:moveTo>
                  <a:lnTo>
                    <a:pt x="1982343" y="0"/>
                  </a:lnTo>
                  <a:lnTo>
                    <a:pt x="1982343" y="540639"/>
                  </a:lnTo>
                  <a:lnTo>
                    <a:pt x="0" y="5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379851" y="2925499"/>
            <a:ext cx="1611744" cy="7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</a:pPr>
            <a:r>
              <a:rPr lang="en-US" sz="3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04132" y="6769573"/>
            <a:ext cx="1393136" cy="7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</a:pPr>
            <a:r>
              <a:rPr lang="en-US" b="true" sz="3899">
                <a:solidFill>
                  <a:srgbClr val="F2F2F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3829" y="9410205"/>
            <a:ext cx="887197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Please delete this reference slide, before uploading on unstop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5" id="5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7" id="7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6294" r="1" b="-8599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350872" y="9407052"/>
            <a:ext cx="25187234" cy="908523"/>
            <a:chOff x="0" y="0"/>
            <a:chExt cx="33582978" cy="12113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72477" cy="1211364"/>
            </a:xfrm>
            <a:custGeom>
              <a:avLst/>
              <a:gdLst/>
              <a:ahLst/>
              <a:cxnLst/>
              <a:rect r="r" b="b" t="t" l="l"/>
              <a:pathLst>
                <a:path h="1211364" w="19972477">
                  <a:moveTo>
                    <a:pt x="0" y="0"/>
                  </a:moveTo>
                  <a:lnTo>
                    <a:pt x="19972477" y="0"/>
                  </a:lnTo>
                  <a:lnTo>
                    <a:pt x="19972477" y="1211364"/>
                  </a:lnTo>
                  <a:lnTo>
                    <a:pt x="0" y="1211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610501" y="0"/>
              <a:ext cx="19972477" cy="1211364"/>
            </a:xfrm>
            <a:custGeom>
              <a:avLst/>
              <a:gdLst/>
              <a:ahLst/>
              <a:cxnLst/>
              <a:rect r="r" b="b" t="t" l="l"/>
              <a:pathLst>
                <a:path h="1211364" w="19972477">
                  <a:moveTo>
                    <a:pt x="0" y="0"/>
                  </a:moveTo>
                  <a:lnTo>
                    <a:pt x="19972477" y="0"/>
                  </a:lnTo>
                  <a:lnTo>
                    <a:pt x="19972477" y="1211364"/>
                  </a:lnTo>
                  <a:lnTo>
                    <a:pt x="0" y="1211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17212" y="2398062"/>
            <a:ext cx="9296390" cy="666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Participant Information &amp; Topic Name</a:t>
            </a:r>
          </a:p>
          <a:p>
            <a:pPr algn="l">
              <a:lnSpc>
                <a:spcPts val="6052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</a:t>
            </a:r>
            <a:r>
              <a:rPr lang="en-US" sz="28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</a:t>
            </a:r>
          </a:p>
          <a:p>
            <a:pPr algn="l">
              <a:lnSpc>
                <a:spcPts val="4059"/>
              </a:lnSpc>
            </a:pPr>
            <a:r>
              <a:rPr lang="en-US" sz="28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• Team Lead Name -</a:t>
            </a:r>
          </a:p>
          <a:p>
            <a:pPr algn="l">
              <a:lnSpc>
                <a:spcPts val="4059"/>
              </a:lnSpc>
            </a:pPr>
            <a:r>
              <a:rPr lang="en-US" sz="28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• Team Lead Contact No - </a:t>
            </a:r>
          </a:p>
          <a:p>
            <a:pPr algn="l">
              <a:lnSpc>
                <a:spcPts val="4058"/>
              </a:lnSpc>
            </a:pPr>
            <a:r>
              <a:rPr lang="en-US" sz="28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• Selected Track : (Choose One)</a:t>
            </a:r>
          </a:p>
          <a:p>
            <a:pPr algn="l">
              <a:lnSpc>
                <a:spcPts val="3498"/>
              </a:lnSpc>
            </a:pPr>
          </a:p>
          <a:p>
            <a:pPr algn="l" marL="1079068" indent="-359689" lvl="2">
              <a:lnSpc>
                <a:spcPts val="3498"/>
              </a:lnSpc>
              <a:buFont typeface="Arial"/>
              <a:buChar char="⚬"/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Quantum Machine Learning (QML)</a:t>
            </a:r>
          </a:p>
          <a:p>
            <a:pPr algn="l" marL="1079068" indent="-359689" lvl="2">
              <a:lnSpc>
                <a:spcPts val="3498"/>
              </a:lnSpc>
              <a:buFont typeface="Arial"/>
              <a:buChar char="⚬"/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Post-Quantum Cryptography (PQC)</a:t>
            </a:r>
          </a:p>
          <a:p>
            <a:pPr algn="l" marL="1079068" indent="-359689" lvl="2">
              <a:lnSpc>
                <a:spcPts val="3498"/>
              </a:lnSpc>
              <a:buFont typeface="Arial"/>
              <a:buChar char="⚬"/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Web3 &amp; Blockchain</a:t>
            </a:r>
          </a:p>
          <a:p>
            <a:pPr algn="l" marL="1079068" indent="-359689" lvl="2">
              <a:lnSpc>
                <a:spcPts val="3498"/>
              </a:lnSpc>
              <a:buFont typeface="Arial"/>
              <a:buChar char="⚬"/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Generative AI &amp; Machine Learning</a:t>
            </a:r>
          </a:p>
          <a:p>
            <a:pPr algn="l">
              <a:lnSpc>
                <a:spcPts val="3498"/>
              </a:lnSpc>
            </a:pPr>
          </a:p>
          <a:p>
            <a:pPr algn="l" marL="571379" indent="-190460" lvl="2">
              <a:lnSpc>
                <a:spcPts val="3498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9296390" cy="304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Problem Definition</a:t>
            </a:r>
          </a:p>
          <a:p>
            <a:pPr algn="l" marL="539749" indent="-269875" lvl="1">
              <a:lnSpc>
                <a:spcPts val="3500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 De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rip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nal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</a:p>
          <a:p>
            <a:pPr algn="l">
              <a:lnSpc>
                <a:spcPts val="4091"/>
              </a:lnSpc>
            </a:pPr>
          </a:p>
          <a:p>
            <a:pPr algn="l" marL="571379" indent="-190460" lvl="2">
              <a:lnSpc>
                <a:spcPts val="3498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3000"/>
              </a:blip>
              <a:stretch>
                <a:fillRect l="0" t="0" r="-1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3" id="13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6294" r="1" b="-85995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988" t="-27243" r="-4375" b="-5281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17212" y="2398062"/>
            <a:ext cx="9296390" cy="297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Proposed Solution &amp; Execution Plan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olution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Ove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rview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Prin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ipl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/ A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roach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ore Fu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nality</a:t>
            </a:r>
          </a:p>
          <a:p>
            <a:pPr algn="l">
              <a:lnSpc>
                <a:spcPts val="3500"/>
              </a:lnSpc>
            </a:pPr>
          </a:p>
          <a:p>
            <a:pPr algn="l" marL="571379" indent="-190460" lvl="2">
              <a:lnSpc>
                <a:spcPts val="349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9296390" cy="297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Technical Design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Workflow Diagram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ologies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Alg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orithms / F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ramewo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rks Used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tio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Plan</a:t>
            </a:r>
          </a:p>
          <a:p>
            <a:pPr algn="l">
              <a:lnSpc>
                <a:spcPts val="3500"/>
              </a:lnSpc>
            </a:pPr>
          </a:p>
          <a:p>
            <a:pPr algn="l" marL="571379" indent="-190460" lvl="2">
              <a:lnSpc>
                <a:spcPts val="3498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9296390" cy="297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Feasib</a:t>
            </a: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ility &amp; Innovation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Tech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ical Feasibility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 / Performance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/ USP</a:t>
            </a:r>
          </a:p>
          <a:p>
            <a:pPr algn="l">
              <a:lnSpc>
                <a:spcPts val="3500"/>
              </a:lnSpc>
            </a:pPr>
          </a:p>
          <a:p>
            <a:pPr algn="l" marL="571379" indent="-190460" lvl="2">
              <a:lnSpc>
                <a:spcPts val="3498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397527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4671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9296390" cy="297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Expec</a:t>
            </a: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ted Outcome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Results /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Prototype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Impact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</a:p>
          <a:p>
            <a:pPr algn="l">
              <a:lnSpc>
                <a:spcPts val="3500"/>
              </a:lnSpc>
            </a:pPr>
          </a:p>
          <a:p>
            <a:pPr algn="l" marL="571379" indent="-190460" lvl="2">
              <a:lnSpc>
                <a:spcPts val="3498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828787" y="7715612"/>
            <a:ext cx="4630426" cy="48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NOTE : export and upload as pdf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DAHUTjJQEdw</dc:identifier>
  <dcterms:modified xsi:type="dcterms:W3CDTF">2011-08-01T06:04:30Z</dcterms:modified>
  <cp:revision>1</cp:revision>
  <dc:title>Quant-A-Maze 3.O Hackathon</dc:title>
</cp:coreProperties>
</file>
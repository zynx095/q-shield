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M Plex Sans" charset="1" panose="020B05030502030002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0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0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40647" y="2730987"/>
            <a:ext cx="5634028" cy="6185198"/>
            <a:chOff x="0" y="0"/>
            <a:chExt cx="15229294" cy="167191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29332" cy="16719131"/>
            </a:xfrm>
            <a:custGeom>
              <a:avLst/>
              <a:gdLst/>
              <a:ahLst/>
              <a:cxnLst/>
              <a:rect r="r" b="b" t="t" l="l"/>
              <a:pathLst>
                <a:path h="16719131" w="15229332">
                  <a:moveTo>
                    <a:pt x="1287347" y="0"/>
                  </a:moveTo>
                  <a:lnTo>
                    <a:pt x="13941985" y="0"/>
                  </a:lnTo>
                  <a:cubicBezTo>
                    <a:pt x="14283410" y="0"/>
                    <a:pt x="14610852" y="135631"/>
                    <a:pt x="14852276" y="377055"/>
                  </a:cubicBezTo>
                  <a:cubicBezTo>
                    <a:pt x="15093702" y="618480"/>
                    <a:pt x="15229332" y="945922"/>
                    <a:pt x="15229332" y="1287347"/>
                  </a:cubicBezTo>
                  <a:lnTo>
                    <a:pt x="15229332" y="15431784"/>
                  </a:lnTo>
                  <a:cubicBezTo>
                    <a:pt x="15229332" y="15773209"/>
                    <a:pt x="15093702" y="16100651"/>
                    <a:pt x="14852276" y="16342077"/>
                  </a:cubicBezTo>
                  <a:cubicBezTo>
                    <a:pt x="14610852" y="16583501"/>
                    <a:pt x="14283410" y="16719131"/>
                    <a:pt x="13941985" y="16719131"/>
                  </a:cubicBezTo>
                  <a:lnTo>
                    <a:pt x="1287347" y="16719131"/>
                  </a:lnTo>
                  <a:cubicBezTo>
                    <a:pt x="945922" y="16719131"/>
                    <a:pt x="618480" y="16583501"/>
                    <a:pt x="377055" y="16342077"/>
                  </a:cubicBezTo>
                  <a:cubicBezTo>
                    <a:pt x="135631" y="16100651"/>
                    <a:pt x="0" y="15773209"/>
                    <a:pt x="0" y="15431784"/>
                  </a:cubicBezTo>
                  <a:lnTo>
                    <a:pt x="0" y="1287347"/>
                  </a:lnTo>
                  <a:cubicBezTo>
                    <a:pt x="0" y="945922"/>
                    <a:pt x="135631" y="618480"/>
                    <a:pt x="377055" y="377055"/>
                  </a:cubicBezTo>
                  <a:cubicBezTo>
                    <a:pt x="618480" y="135631"/>
                    <a:pt x="945922" y="0"/>
                    <a:pt x="128734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7" r="0" b="-67"/>
              </a:stretch>
            </a:blipFill>
            <a:ln w="38100" cap="rnd">
              <a:solidFill>
                <a:srgbClr val="471B2B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554011" y="1808824"/>
            <a:ext cx="5931138" cy="1977046"/>
          </a:xfrm>
          <a:custGeom>
            <a:avLst/>
            <a:gdLst/>
            <a:ahLst/>
            <a:cxnLst/>
            <a:rect r="r" b="b" t="t" l="l"/>
            <a:pathLst>
              <a:path h="1977046" w="5931138">
                <a:moveTo>
                  <a:pt x="0" y="0"/>
                </a:moveTo>
                <a:lnTo>
                  <a:pt x="5931138" y="0"/>
                </a:lnTo>
                <a:lnTo>
                  <a:pt x="5931138" y="1977046"/>
                </a:lnTo>
                <a:lnTo>
                  <a:pt x="0" y="1977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91128" y="4301489"/>
            <a:ext cx="3086100" cy="613411"/>
            <a:chOff x="0" y="0"/>
            <a:chExt cx="812800" cy="1615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61557"/>
            </a:xfrm>
            <a:custGeom>
              <a:avLst/>
              <a:gdLst/>
              <a:ahLst/>
              <a:cxnLst/>
              <a:rect r="r" b="b" t="t" l="l"/>
              <a:pathLst>
                <a:path h="161557" w="812800">
                  <a:moveTo>
                    <a:pt x="80778" y="0"/>
                  </a:moveTo>
                  <a:lnTo>
                    <a:pt x="732022" y="0"/>
                  </a:lnTo>
                  <a:cubicBezTo>
                    <a:pt x="776634" y="0"/>
                    <a:pt x="812800" y="36166"/>
                    <a:pt x="812800" y="80778"/>
                  </a:cubicBezTo>
                  <a:lnTo>
                    <a:pt x="812800" y="80778"/>
                  </a:lnTo>
                  <a:cubicBezTo>
                    <a:pt x="812800" y="102202"/>
                    <a:pt x="804289" y="122749"/>
                    <a:pt x="789141" y="137897"/>
                  </a:cubicBezTo>
                  <a:cubicBezTo>
                    <a:pt x="773992" y="153046"/>
                    <a:pt x="753445" y="161557"/>
                    <a:pt x="732022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19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1128" y="5253037"/>
            <a:ext cx="4142956" cy="613411"/>
            <a:chOff x="0" y="0"/>
            <a:chExt cx="1091149" cy="1615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1149" cy="161557"/>
            </a:xfrm>
            <a:custGeom>
              <a:avLst/>
              <a:gdLst/>
              <a:ahLst/>
              <a:cxnLst/>
              <a:rect r="r" b="b" t="t" l="l"/>
              <a:pathLst>
                <a:path h="161557" w="1091149">
                  <a:moveTo>
                    <a:pt x="80778" y="0"/>
                  </a:moveTo>
                  <a:lnTo>
                    <a:pt x="1010370" y="0"/>
                  </a:lnTo>
                  <a:cubicBezTo>
                    <a:pt x="1054983" y="0"/>
                    <a:pt x="1091149" y="36166"/>
                    <a:pt x="1091149" y="80778"/>
                  </a:cubicBezTo>
                  <a:lnTo>
                    <a:pt x="1091149" y="80778"/>
                  </a:lnTo>
                  <a:cubicBezTo>
                    <a:pt x="1091149" y="102202"/>
                    <a:pt x="1082638" y="122749"/>
                    <a:pt x="1067489" y="137897"/>
                  </a:cubicBezTo>
                  <a:cubicBezTo>
                    <a:pt x="1052340" y="153046"/>
                    <a:pt x="1031794" y="161557"/>
                    <a:pt x="1010370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91149" cy="19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1128" y="6152199"/>
            <a:ext cx="2306166" cy="613411"/>
            <a:chOff x="0" y="0"/>
            <a:chExt cx="607385" cy="1615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7385" cy="161557"/>
            </a:xfrm>
            <a:custGeom>
              <a:avLst/>
              <a:gdLst/>
              <a:ahLst/>
              <a:cxnLst/>
              <a:rect r="r" b="b" t="t" l="l"/>
              <a:pathLst>
                <a:path h="161557" w="607385">
                  <a:moveTo>
                    <a:pt x="80778" y="0"/>
                  </a:moveTo>
                  <a:lnTo>
                    <a:pt x="526607" y="0"/>
                  </a:lnTo>
                  <a:cubicBezTo>
                    <a:pt x="571220" y="0"/>
                    <a:pt x="607385" y="36166"/>
                    <a:pt x="607385" y="80778"/>
                  </a:cubicBezTo>
                  <a:lnTo>
                    <a:pt x="607385" y="80778"/>
                  </a:lnTo>
                  <a:cubicBezTo>
                    <a:pt x="607385" y="102202"/>
                    <a:pt x="598875" y="122749"/>
                    <a:pt x="583726" y="137897"/>
                  </a:cubicBezTo>
                  <a:cubicBezTo>
                    <a:pt x="568577" y="153046"/>
                    <a:pt x="548031" y="161557"/>
                    <a:pt x="526607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07385" cy="19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1128" y="7046598"/>
            <a:ext cx="5382396" cy="641986"/>
            <a:chOff x="0" y="0"/>
            <a:chExt cx="1417586" cy="1690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7586" cy="169083"/>
            </a:xfrm>
            <a:custGeom>
              <a:avLst/>
              <a:gdLst/>
              <a:ahLst/>
              <a:cxnLst/>
              <a:rect r="r" b="b" t="t" l="l"/>
              <a:pathLst>
                <a:path h="169083" w="1417586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040466" y="491958"/>
            <a:ext cx="5063940" cy="701725"/>
          </a:xfrm>
          <a:custGeom>
            <a:avLst/>
            <a:gdLst/>
            <a:ahLst/>
            <a:cxnLst/>
            <a:rect r="r" b="b" t="t" l="l"/>
            <a:pathLst>
              <a:path h="701725" w="5063940">
                <a:moveTo>
                  <a:pt x="0" y="0"/>
                </a:moveTo>
                <a:lnTo>
                  <a:pt x="5063940" y="0"/>
                </a:lnTo>
                <a:lnTo>
                  <a:pt x="5063940" y="701725"/>
                </a:lnTo>
                <a:lnTo>
                  <a:pt x="0" y="701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3680" r="0" b="-92978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797895" y="180935"/>
            <a:ext cx="1288097" cy="1323772"/>
          </a:xfrm>
          <a:custGeom>
            <a:avLst/>
            <a:gdLst/>
            <a:ahLst/>
            <a:cxnLst/>
            <a:rect r="r" b="b" t="t" l="l"/>
            <a:pathLst>
              <a:path h="1323772" w="1288097">
                <a:moveTo>
                  <a:pt x="0" y="0"/>
                </a:moveTo>
                <a:lnTo>
                  <a:pt x="1288097" y="0"/>
                </a:lnTo>
                <a:lnTo>
                  <a:pt x="1288097" y="1323771"/>
                </a:lnTo>
                <a:lnTo>
                  <a:pt x="0" y="1323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75" t="-25223" r="-28835" b="-18316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83426" y="378579"/>
            <a:ext cx="3690501" cy="1185729"/>
          </a:xfrm>
          <a:custGeom>
            <a:avLst/>
            <a:gdLst/>
            <a:ahLst/>
            <a:cxnLst/>
            <a:rect r="r" b="b" t="t" l="l"/>
            <a:pathLst>
              <a:path h="1185729" w="3690501">
                <a:moveTo>
                  <a:pt x="0" y="0"/>
                </a:moveTo>
                <a:lnTo>
                  <a:pt x="3690501" y="0"/>
                </a:lnTo>
                <a:lnTo>
                  <a:pt x="3690501" y="1185729"/>
                </a:lnTo>
                <a:lnTo>
                  <a:pt x="0" y="11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0769" r="0" b="-7813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966719" y="336677"/>
            <a:ext cx="3036860" cy="1012287"/>
          </a:xfrm>
          <a:custGeom>
            <a:avLst/>
            <a:gdLst/>
            <a:ahLst/>
            <a:cxnLst/>
            <a:rect r="r" b="b" t="t" l="l"/>
            <a:pathLst>
              <a:path h="1012287" w="3036860">
                <a:moveTo>
                  <a:pt x="0" y="0"/>
                </a:moveTo>
                <a:lnTo>
                  <a:pt x="3036860" y="0"/>
                </a:lnTo>
                <a:lnTo>
                  <a:pt x="3036860" y="1012287"/>
                </a:lnTo>
                <a:lnTo>
                  <a:pt x="0" y="1012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634084" y="173017"/>
            <a:ext cx="2192261" cy="1276152"/>
          </a:xfrm>
          <a:custGeom>
            <a:avLst/>
            <a:gdLst/>
            <a:ahLst/>
            <a:cxnLst/>
            <a:rect r="r" b="b" t="t" l="l"/>
            <a:pathLst>
              <a:path h="1276152" w="2192261">
                <a:moveTo>
                  <a:pt x="0" y="0"/>
                </a:moveTo>
                <a:lnTo>
                  <a:pt x="2192261" y="0"/>
                </a:lnTo>
                <a:lnTo>
                  <a:pt x="2192261" y="1276152"/>
                </a:lnTo>
                <a:lnTo>
                  <a:pt x="0" y="12761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56518" y="4263389"/>
            <a:ext cx="2571155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Name: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7468" y="5200650"/>
            <a:ext cx="371141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Lead Name: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1877" y="6085524"/>
            <a:ext cx="1347142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Track: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6518" y="7008498"/>
            <a:ext cx="5016937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 Statement title: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1399" y="1893761"/>
            <a:ext cx="3009085" cy="641986"/>
            <a:chOff x="0" y="0"/>
            <a:chExt cx="792516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2516" cy="169083"/>
            </a:xfrm>
            <a:custGeom>
              <a:avLst/>
              <a:gdLst/>
              <a:ahLst/>
              <a:cxnLst/>
              <a:rect r="r" b="b" t="t" l="l"/>
              <a:pathLst>
                <a:path h="169083" w="792516">
                  <a:moveTo>
                    <a:pt x="84541" y="0"/>
                  </a:moveTo>
                  <a:lnTo>
                    <a:pt x="707975" y="0"/>
                  </a:lnTo>
                  <a:cubicBezTo>
                    <a:pt x="730397" y="0"/>
                    <a:pt x="751900" y="8907"/>
                    <a:pt x="767755" y="24762"/>
                  </a:cubicBezTo>
                  <a:cubicBezTo>
                    <a:pt x="783609" y="40616"/>
                    <a:pt x="792516" y="62120"/>
                    <a:pt x="792516" y="84541"/>
                  </a:cubicBezTo>
                  <a:lnTo>
                    <a:pt x="792516" y="84541"/>
                  </a:lnTo>
                  <a:cubicBezTo>
                    <a:pt x="792516" y="106963"/>
                    <a:pt x="783609" y="128467"/>
                    <a:pt x="767755" y="144321"/>
                  </a:cubicBezTo>
                  <a:cubicBezTo>
                    <a:pt x="751900" y="160176"/>
                    <a:pt x="730397" y="169083"/>
                    <a:pt x="70797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9251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525717" y="8546310"/>
            <a:ext cx="1467166" cy="1525339"/>
            <a:chOff x="0" y="0"/>
            <a:chExt cx="3890124" cy="40443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90137" cy="4044315"/>
            </a:xfrm>
            <a:custGeom>
              <a:avLst/>
              <a:gdLst/>
              <a:ahLst/>
              <a:cxnLst/>
              <a:rect r="r" b="b" t="t" l="l"/>
              <a:pathLst>
                <a:path h="4044315" w="3890137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969539" y="1887412"/>
            <a:ext cx="1492806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54018" y="4742774"/>
            <a:ext cx="10628591" cy="161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problem are you solving?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Clearly define the problem and the context in which it exists.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93915" y="1893761"/>
            <a:ext cx="3272797" cy="641986"/>
            <a:chOff x="0" y="0"/>
            <a:chExt cx="861971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1971" cy="169083"/>
            </a:xfrm>
            <a:custGeom>
              <a:avLst/>
              <a:gdLst/>
              <a:ahLst/>
              <a:cxnLst/>
              <a:rect r="r" b="b" t="t" l="l"/>
              <a:pathLst>
                <a:path h="169083" w="861971">
                  <a:moveTo>
                    <a:pt x="84541" y="0"/>
                  </a:moveTo>
                  <a:lnTo>
                    <a:pt x="777430" y="0"/>
                  </a:lnTo>
                  <a:cubicBezTo>
                    <a:pt x="799852" y="0"/>
                    <a:pt x="821355" y="8907"/>
                    <a:pt x="837210" y="24762"/>
                  </a:cubicBezTo>
                  <a:cubicBezTo>
                    <a:pt x="853064" y="40616"/>
                    <a:pt x="861971" y="62120"/>
                    <a:pt x="861971" y="84541"/>
                  </a:cubicBezTo>
                  <a:lnTo>
                    <a:pt x="861971" y="84541"/>
                  </a:lnTo>
                  <a:cubicBezTo>
                    <a:pt x="861971" y="106963"/>
                    <a:pt x="853064" y="128467"/>
                    <a:pt x="837210" y="144321"/>
                  </a:cubicBezTo>
                  <a:cubicBezTo>
                    <a:pt x="821355" y="160176"/>
                    <a:pt x="799852" y="169083"/>
                    <a:pt x="777430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1971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200432" y="8538631"/>
            <a:ext cx="1365659" cy="1173861"/>
            <a:chOff x="0" y="0"/>
            <a:chExt cx="4028567" cy="34627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3462782"/>
            </a:xfrm>
            <a:custGeom>
              <a:avLst/>
              <a:gdLst/>
              <a:ahLst/>
              <a:cxnLst/>
              <a:rect r="r" b="b" t="t" l="l"/>
              <a:pathLst>
                <a:path h="3462782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514703" y="1944244"/>
            <a:ext cx="2266474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It Matters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99416" y="4839970"/>
            <a:ext cx="10489168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Who faces this problem and why is it important?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 the significance and relevance of solving the problem.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8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71046" y="1893761"/>
            <a:ext cx="4012244" cy="641986"/>
            <a:chOff x="0" y="0"/>
            <a:chExt cx="1056723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6723" cy="169083"/>
            </a:xfrm>
            <a:custGeom>
              <a:avLst/>
              <a:gdLst/>
              <a:ahLst/>
              <a:cxnLst/>
              <a:rect r="r" b="b" t="t" l="l"/>
              <a:pathLst>
                <a:path h="169083" w="1056723">
                  <a:moveTo>
                    <a:pt x="84541" y="0"/>
                  </a:moveTo>
                  <a:lnTo>
                    <a:pt x="972181" y="0"/>
                  </a:lnTo>
                  <a:cubicBezTo>
                    <a:pt x="994603" y="0"/>
                    <a:pt x="1016106" y="8907"/>
                    <a:pt x="1031961" y="24762"/>
                  </a:cubicBezTo>
                  <a:cubicBezTo>
                    <a:pt x="1047816" y="40616"/>
                    <a:pt x="1056723" y="62120"/>
                    <a:pt x="1056723" y="84541"/>
                  </a:cubicBezTo>
                  <a:lnTo>
                    <a:pt x="1056723" y="84541"/>
                  </a:lnTo>
                  <a:cubicBezTo>
                    <a:pt x="1056723" y="106963"/>
                    <a:pt x="1047816" y="128467"/>
                    <a:pt x="1031961" y="144321"/>
                  </a:cubicBezTo>
                  <a:cubicBezTo>
                    <a:pt x="1016106" y="160176"/>
                    <a:pt x="994603" y="169083"/>
                    <a:pt x="97218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56723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638528" y="-208256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64806" y="3523271"/>
            <a:ext cx="2625805" cy="830953"/>
            <a:chOff x="0" y="0"/>
            <a:chExt cx="5816600" cy="1840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326063" y="1937259"/>
            <a:ext cx="3027283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Proposed Solution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94729" y="4801870"/>
            <a:ext cx="13098542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are you building?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Clearly explain the proposed solution and how it addresses the identified problem.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06921" y="1893761"/>
            <a:ext cx="3533419" cy="641986"/>
            <a:chOff x="0" y="0"/>
            <a:chExt cx="930612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0612" cy="169083"/>
            </a:xfrm>
            <a:custGeom>
              <a:avLst/>
              <a:gdLst/>
              <a:ahLst/>
              <a:cxnLst/>
              <a:rect r="r" b="b" t="t" l="l"/>
              <a:pathLst>
                <a:path h="169083" w="930612">
                  <a:moveTo>
                    <a:pt x="84541" y="0"/>
                  </a:moveTo>
                  <a:lnTo>
                    <a:pt x="846071" y="0"/>
                  </a:lnTo>
                  <a:cubicBezTo>
                    <a:pt x="868493" y="0"/>
                    <a:pt x="889996" y="8907"/>
                    <a:pt x="905851" y="24762"/>
                  </a:cubicBezTo>
                  <a:cubicBezTo>
                    <a:pt x="921705" y="40616"/>
                    <a:pt x="930612" y="62120"/>
                    <a:pt x="930612" y="84541"/>
                  </a:cubicBezTo>
                  <a:lnTo>
                    <a:pt x="930612" y="84541"/>
                  </a:lnTo>
                  <a:cubicBezTo>
                    <a:pt x="930612" y="106963"/>
                    <a:pt x="921705" y="128467"/>
                    <a:pt x="905851" y="144321"/>
                  </a:cubicBezTo>
                  <a:cubicBezTo>
                    <a:pt x="889996" y="160176"/>
                    <a:pt x="868493" y="169083"/>
                    <a:pt x="84607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30612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135716" y="-2857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525717" y="8546310"/>
            <a:ext cx="1467166" cy="1525339"/>
            <a:chOff x="0" y="0"/>
            <a:chExt cx="3890124" cy="40443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90137" cy="4044315"/>
            </a:xfrm>
            <a:custGeom>
              <a:avLst/>
              <a:gdLst/>
              <a:ahLst/>
              <a:cxnLst/>
              <a:rect r="r" b="b" t="t" l="l"/>
              <a:pathLst>
                <a:path h="4044315" w="3890137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514703" y="1963294"/>
            <a:ext cx="2342555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Quantum?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4842" y="4839970"/>
            <a:ext cx="16058316" cy="78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does quantum computing or quantum technology make sense here?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Clearly explain why Quantum is relevant and how it acts as a meaningful methodology or enabler for the proposed solution.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97750" y="1893761"/>
            <a:ext cx="5382396" cy="641986"/>
            <a:chOff x="0" y="0"/>
            <a:chExt cx="1417586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586" cy="169083"/>
            </a:xfrm>
            <a:custGeom>
              <a:avLst/>
              <a:gdLst/>
              <a:ahLst/>
              <a:cxnLst/>
              <a:rect r="r" b="b" t="t" l="l"/>
              <a:pathLst>
                <a:path h="169083" w="1417586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298992" y="1988059"/>
            <a:ext cx="4566285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Implementation and Architecture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1188" y="4609465"/>
            <a:ext cx="1638752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is the solution implemented?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 the architecture, technology stack, quantum components, classical components, and how the different parts work together.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68821" y="1903286"/>
            <a:ext cx="3925250" cy="641986"/>
            <a:chOff x="0" y="0"/>
            <a:chExt cx="1033811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3811" cy="169083"/>
            </a:xfrm>
            <a:custGeom>
              <a:avLst/>
              <a:gdLst/>
              <a:ahLst/>
              <a:cxnLst/>
              <a:rect r="r" b="b" t="t" l="l"/>
              <a:pathLst>
                <a:path h="169083" w="1033811">
                  <a:moveTo>
                    <a:pt x="84541" y="0"/>
                  </a:moveTo>
                  <a:lnTo>
                    <a:pt x="949269" y="0"/>
                  </a:lnTo>
                  <a:cubicBezTo>
                    <a:pt x="971691" y="0"/>
                    <a:pt x="993195" y="8907"/>
                    <a:pt x="1009049" y="24762"/>
                  </a:cubicBezTo>
                  <a:cubicBezTo>
                    <a:pt x="1024904" y="40616"/>
                    <a:pt x="1033811" y="62120"/>
                    <a:pt x="1033811" y="84541"/>
                  </a:cubicBezTo>
                  <a:lnTo>
                    <a:pt x="1033811" y="84541"/>
                  </a:lnTo>
                  <a:cubicBezTo>
                    <a:pt x="1033811" y="106963"/>
                    <a:pt x="1024904" y="128467"/>
                    <a:pt x="1009049" y="144321"/>
                  </a:cubicBezTo>
                  <a:cubicBezTo>
                    <a:pt x="993195" y="160176"/>
                    <a:pt x="971691" y="169083"/>
                    <a:pt x="949269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33811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362389" y="1945514"/>
            <a:ext cx="2915245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Minimal Prototype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00513" y="4839970"/>
            <a:ext cx="13886974" cy="118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have you actually built?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Show the minimal prototype, MVP, notebook, simulation, quantum circuit, hybrid application, visualization,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hardware experiment, or other working implementation.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8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45033" y="1893761"/>
            <a:ext cx="3482300" cy="641986"/>
            <a:chOff x="0" y="0"/>
            <a:chExt cx="917149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7149" cy="169083"/>
            </a:xfrm>
            <a:custGeom>
              <a:avLst/>
              <a:gdLst/>
              <a:ahLst/>
              <a:cxnLst/>
              <a:rect r="r" b="b" t="t" l="l"/>
              <a:pathLst>
                <a:path h="169083" w="917149">
                  <a:moveTo>
                    <a:pt x="84541" y="0"/>
                  </a:moveTo>
                  <a:lnTo>
                    <a:pt x="832608" y="0"/>
                  </a:lnTo>
                  <a:cubicBezTo>
                    <a:pt x="855029" y="0"/>
                    <a:pt x="876533" y="8907"/>
                    <a:pt x="892387" y="24762"/>
                  </a:cubicBezTo>
                  <a:cubicBezTo>
                    <a:pt x="908242" y="40616"/>
                    <a:pt x="917149" y="62120"/>
                    <a:pt x="917149" y="84541"/>
                  </a:cubicBezTo>
                  <a:lnTo>
                    <a:pt x="917149" y="84541"/>
                  </a:lnTo>
                  <a:cubicBezTo>
                    <a:pt x="917149" y="106963"/>
                    <a:pt x="908242" y="128467"/>
                    <a:pt x="892387" y="144321"/>
                  </a:cubicBezTo>
                  <a:cubicBezTo>
                    <a:pt x="876533" y="160176"/>
                    <a:pt x="855029" y="169083"/>
                    <a:pt x="83260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17149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90903" y="-208256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64806" y="3523271"/>
            <a:ext cx="2625805" cy="830953"/>
            <a:chOff x="0" y="0"/>
            <a:chExt cx="5816600" cy="1840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550865" y="1969009"/>
            <a:ext cx="2641044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Results / Validation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98357" y="4278023"/>
            <a:ext cx="14015085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are the expected results or expected outcome?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have you already validated or obtained?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Include the findings, results, observations, experiments, simulations, research, or other validation carried out through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prototype or development work.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98248" y="1922336"/>
            <a:ext cx="2642092" cy="641986"/>
            <a:chOff x="0" y="0"/>
            <a:chExt cx="695860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5860" cy="169083"/>
            </a:xfrm>
            <a:custGeom>
              <a:avLst/>
              <a:gdLst/>
              <a:ahLst/>
              <a:cxnLst/>
              <a:rect r="r" b="b" t="t" l="l"/>
              <a:pathLst>
                <a:path h="169083" w="695860">
                  <a:moveTo>
                    <a:pt x="84541" y="0"/>
                  </a:moveTo>
                  <a:lnTo>
                    <a:pt x="611318" y="0"/>
                  </a:lnTo>
                  <a:cubicBezTo>
                    <a:pt x="633740" y="0"/>
                    <a:pt x="655243" y="8907"/>
                    <a:pt x="671098" y="24762"/>
                  </a:cubicBezTo>
                  <a:cubicBezTo>
                    <a:pt x="686953" y="40616"/>
                    <a:pt x="695860" y="62120"/>
                    <a:pt x="695860" y="84541"/>
                  </a:cubicBezTo>
                  <a:lnTo>
                    <a:pt x="695860" y="84541"/>
                  </a:lnTo>
                  <a:cubicBezTo>
                    <a:pt x="695860" y="106963"/>
                    <a:pt x="686953" y="128467"/>
                    <a:pt x="671098" y="144321"/>
                  </a:cubicBezTo>
                  <a:cubicBezTo>
                    <a:pt x="655243" y="160176"/>
                    <a:pt x="633740" y="169083"/>
                    <a:pt x="61131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95860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990242" y="-23683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200432" y="8538631"/>
            <a:ext cx="1365659" cy="1173861"/>
            <a:chOff x="0" y="0"/>
            <a:chExt cx="4028567" cy="34627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3462782"/>
            </a:xfrm>
            <a:custGeom>
              <a:avLst/>
              <a:gdLst/>
              <a:ahLst/>
              <a:cxnLst/>
              <a:rect r="r" b="b" t="t" l="l"/>
              <a:pathLst>
                <a:path h="3462782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499623" y="1988059"/>
            <a:ext cx="1306116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Roadmap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80779" y="4839970"/>
            <a:ext cx="14326443" cy="7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If selec</a:t>
            </a:r>
            <a:r>
              <a:rPr lang="en-US" sz="2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ted for Round 2, outline how you would take your project from prototype to a more complete solution?.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 the next steps, improvements, scaling plans, additional validation, and future development.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8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75310" y="1893761"/>
            <a:ext cx="4381968" cy="641986"/>
            <a:chOff x="0" y="0"/>
            <a:chExt cx="1154099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4099" cy="169083"/>
            </a:xfrm>
            <a:custGeom>
              <a:avLst/>
              <a:gdLst/>
              <a:ahLst/>
              <a:cxnLst/>
              <a:rect r="r" b="b" t="t" l="l"/>
              <a:pathLst>
                <a:path h="169083" w="1154099">
                  <a:moveTo>
                    <a:pt x="84541" y="0"/>
                  </a:moveTo>
                  <a:lnTo>
                    <a:pt x="1069557" y="0"/>
                  </a:lnTo>
                  <a:cubicBezTo>
                    <a:pt x="1091979" y="0"/>
                    <a:pt x="1113482" y="8907"/>
                    <a:pt x="1129337" y="24762"/>
                  </a:cubicBezTo>
                  <a:cubicBezTo>
                    <a:pt x="1145192" y="40616"/>
                    <a:pt x="1154099" y="62120"/>
                    <a:pt x="1154099" y="84541"/>
                  </a:cubicBezTo>
                  <a:lnTo>
                    <a:pt x="1154099" y="84541"/>
                  </a:lnTo>
                  <a:cubicBezTo>
                    <a:pt x="1154099" y="106963"/>
                    <a:pt x="1145192" y="128467"/>
                    <a:pt x="1129337" y="144321"/>
                  </a:cubicBezTo>
                  <a:cubicBezTo>
                    <a:pt x="1113482" y="160176"/>
                    <a:pt x="1091979" y="169083"/>
                    <a:pt x="1069557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154099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90903" y="-208256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64806" y="3523271"/>
            <a:ext cx="2625805" cy="830953"/>
            <a:chOff x="0" y="0"/>
            <a:chExt cx="5816600" cy="1840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391149" y="2009332"/>
            <a:ext cx="30206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References and Sources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6803" y="4911911"/>
            <a:ext cx="15154395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Mention the research papers, repositories, documentation, datasets, or other sources referred to while developing the solution.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Relevant links should be accessible to the reviewers.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Clearly acknowledge any source of inspiration.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final implementation should be the team’s own work and should not be a direct copy or fork of another repository.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DAHWTXXNjRc</dc:identifier>
  <dcterms:modified xsi:type="dcterms:W3CDTF">2011-08-01T06:04:30Z</dcterms:modified>
  <cp:revision>1</cp:revision>
  <dc:title>Q-Hack_India26</dc:title>
</cp:coreProperties>
</file>